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0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0CE4-8BE6-CC5F-9801-002C5BDCD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A4176-2D72-B548-18FB-C160A4AA5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EC165-BC72-58D0-2AFB-33C3F4C58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C536-9B9C-AF2E-5572-5C1B4A7A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E9DF6-5465-4950-096F-134E35F3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9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66B4-A2A2-3CA0-B84D-3217F029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F915C-F95B-AC4C-A551-97EC69B00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AC4E9-F2AD-84F3-1AF4-4D205EE31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B65A4-3C43-8689-7B62-CB13BE8B4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090CB-FEBF-12E6-3FAE-289A8382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7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D1B2-561E-1A45-7AB1-A5A2F70C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896DF-D594-1744-0AAD-7E05FBACF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6491C-1D24-3AA8-6045-F12B04D3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A5F5D-B29C-607E-BBB4-20B33D13A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D7348-A819-E36C-E7AF-2CE21E35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3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CF2DF-8701-0CAB-528F-A4204FDE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1A7EB-C2DD-6840-1B2C-E8F1A9400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C1AC8-F31E-EB2C-D1BD-DFE949AFD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F11AD-B05F-9FC7-58DE-32C7F0DD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300C5-C948-D334-FDEB-82945BB5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8861A-F09E-8F48-B387-8521F4E3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73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F0E4-2A6A-1BD2-D057-F584E6B5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A5BBF-56A6-827C-22F4-AACE18FED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90004-CE8C-6638-900B-919A6A6AF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A239C-324E-F5C5-52FF-4055D709A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8C75B-97F9-B5F1-89D8-48944E072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AD65C-FB23-B35B-B806-1B4C9A78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CF3AF8-AC83-939C-B347-6D3D5BC8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591B2-FDEC-D306-049F-0EF12C9D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3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D3C24-B139-ABF3-ED82-FCC3F3B8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CE327-0788-A262-A95E-3731DADB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3C0B2-B3D8-B13B-1576-09F8791A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3839F-B3C0-83E3-A0C0-E0CF4B9B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47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A78DF-AF16-07D4-E12B-96D3F461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5883F-7C8C-C30C-755B-EE9CD9D8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03015-60E7-90F3-BD61-8A881F3C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8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801A1-B111-FE29-A220-3DE5C8856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0F032-C195-EEF7-C04B-15782FF8F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A55C4-C1C1-DE42-298A-258B8AAF9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1EBC1-F676-41A0-B434-8831ECC4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A174B-272F-2518-E70C-37A4442C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9638C-7AC3-65A2-94DC-A97CD728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7991-EF50-113C-97D8-C38C84964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A95674-423A-69EF-AC57-3BBD0E4D7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72B5E-5202-F5F7-B6CC-7CF99B6B3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5E33C-A67F-C00F-E726-E591DE84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AA49B-89AD-4E52-0ECA-47A82D798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C26E0-410B-7962-7EF1-CBEFA883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3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4C85-7600-1A5E-213A-D36B7649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C649A-8150-77A5-1060-58EABE6A5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CF589-A17E-A8D5-CF5D-2535AE21C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31D1E-D510-E639-8BDC-480E15CAE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9E15C-FD4B-B01A-A896-D7F6537FF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1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4DBE6-58A9-C674-A1AD-FA58D1CB1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07508-FDAD-99A7-5440-C0EB09684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FF1C1-BB06-8032-A978-16B2ED4DB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90374-DF65-1CC6-BDB7-A89DB0A37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C7F9B-0B57-2EDD-D7A0-041D92096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2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14A60-9A17-3564-06C8-9F03E3305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6A64A-2ABA-95CC-D1AF-844478CC0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05828-B170-B2E6-6DC4-2A64D2E66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86A-FF36-4143-BECF-B41B1E288C5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902-FC3E-14A0-EBA3-4AA9F435B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79AFD-3A45-6420-EF1B-62A60EE55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24D74-B4F3-4946-98BE-DEA558E54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2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0922D-1775-F0D8-A1CA-ADBFC4984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Workfolow vs AI Agent</a:t>
            </a:r>
          </a:p>
        </p:txBody>
      </p:sp>
    </p:spTree>
    <p:extLst>
      <p:ext uri="{BB962C8B-B14F-4D97-AF65-F5344CB8AC3E}">
        <p14:creationId xmlns:p14="http://schemas.microsoft.com/office/powerpoint/2010/main" val="146901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6A58F-F6FC-5579-599C-A4601849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7F9B7-C799-BFEA-10BE-87DB93A3B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report various order-related problems that require quick and consistent resolution.</a:t>
            </a:r>
          </a:p>
        </p:txBody>
      </p:sp>
    </p:spTree>
    <p:extLst>
      <p:ext uri="{BB962C8B-B14F-4D97-AF65-F5344CB8AC3E}">
        <p14:creationId xmlns:p14="http://schemas.microsoft.com/office/powerpoint/2010/main" val="424056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E7053-0DDC-F565-15A0-E33E8CBC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FD167E-23BA-3412-DC26-AC432D6D3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" t="269" r="-9545" b="-269"/>
          <a:stretch>
            <a:fillRect/>
          </a:stretch>
        </p:blipFill>
        <p:spPr>
          <a:xfrm>
            <a:off x="4037826" y="1579681"/>
            <a:ext cx="8941610" cy="42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5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236B9-7858-60EE-3DCD-0B3CEFB0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Agent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383882-D120-737D-2459-854DF8092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548" y="1912297"/>
            <a:ext cx="7394175" cy="301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0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5ADC59E-9E53-A8BB-EE4D-CE2D868BE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250656" y="-5250654"/>
            <a:ext cx="1690688" cy="12192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779B6C-9AAC-F095-8A7F-B859DBAB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Workflow vs AI Agent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A00EE6-F054-281B-E4EF-D437CE5E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8902" y="2225451"/>
            <a:ext cx="5157787" cy="82391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Workflow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86775C6-7CE8-8758-68A6-6B567822939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9788" y="3331706"/>
            <a:ext cx="48269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Follows a fixed sequence of steps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predefined rules and conditions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Predictable and consistent outcomes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test, debug, and audit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repetitive and well-defined tasks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E4BA310-DDB0-7C1A-7593-4B42DED86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1314" y="2225451"/>
            <a:ext cx="5183188" cy="82391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</a:t>
            </a: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1BC85033-BA09-5E1F-E388-6C513B9A9047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72200" y="3263371"/>
            <a:ext cx="582082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dynamic decisions at runtime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LLM-based reasoning and context understanding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Selects tools based on the situation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 and adaptive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complex, evolving, or decision-heavy tasks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55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B3E4B-73C7-CA63-0701-CCB549DA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5B244-CE68-5927-3BE2-4202E5966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AI workflows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are best for stable, repeatable tasks that require predictable outcomes, low cost, and easy maintenance.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AI agents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are ideal for complex, context-driven problems where adaptability and intelligent decision-making are more important than strict predictability.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215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134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Workfolow vs AI Agent</vt:lpstr>
      <vt:lpstr>Problem Statement</vt:lpstr>
      <vt:lpstr>Workflow</vt:lpstr>
      <vt:lpstr>AI Agent</vt:lpstr>
      <vt:lpstr>AI Workflow vs AI Agent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S, Mohamed Rizwan</dc:creator>
  <cp:lastModifiedBy>S, Mohamed Rizwan</cp:lastModifiedBy>
  <cp:revision>1</cp:revision>
  <dcterms:created xsi:type="dcterms:W3CDTF">2026-01-19T05:36:53Z</dcterms:created>
  <dcterms:modified xsi:type="dcterms:W3CDTF">2026-01-19T06:03:23Z</dcterms:modified>
</cp:coreProperties>
</file>